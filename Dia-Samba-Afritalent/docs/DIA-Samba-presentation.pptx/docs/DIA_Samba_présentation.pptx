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02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6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42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16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67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89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01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52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07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45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75465-F54C-4308-A4A4-5E67AD539D9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5015C-642A-4C48-83C1-2786A34CA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36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b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de freelancing pour la Tech africaine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:Samba DIA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Classe : L1 IAGE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: Développement Web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: 23Juin 2026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8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</a:t>
            </a:r>
            <a:r>
              <a:rPr lang="fr-FR" dirty="0" smtClean="0"/>
              <a:t>			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projet( contexte &amp; objectif)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 graphique &amp; Design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site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Aspects techniques(Boostrap , CSS &amp; JavaScript)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 projet &amp; Git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Défis rencontrés &amp; Solutions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44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Présentation du projet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continent africain regorge de talent dans le secteur de la Tech, mais la mise en relation avec les entreprise internationales manque de fluidité.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Objectif: Créer une plateforme web vitrine moderne facilitant la rencontre entre freelances qualifiés et recruteurs.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cible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Entreprises du monde entier à la recherche de compétences techniques.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Freelances africains(développeurs Web/mobile, designers, ingénieurs IA).</a:t>
            </a:r>
          </a:p>
          <a:p>
            <a:pPr marL="0" indent="0">
              <a:buNone/>
            </a:pP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0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Choix de design(Identité visuelle)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Palette de couleurs :</a:t>
            </a:r>
          </a:p>
          <a:p>
            <a:pPr lvl="1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g-primary : #0d6efd</a:t>
            </a:r>
          </a:p>
          <a:p>
            <a:pPr lvl="1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g-white / bg-light : #f8f9fa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Dark : #212529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Police de caractères: Police systèmes moderne de Boostrap(sans-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serif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dynamique, typographie épurée pour les titres).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Inspirations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Upwork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Dribble</a:t>
            </a:r>
          </a:p>
        </p:txBody>
      </p:sp>
    </p:spTree>
    <p:extLst>
      <p:ext uri="{BB962C8B-B14F-4D97-AF65-F5344CB8AC3E}">
        <p14:creationId xmlns:p14="http://schemas.microsoft.com/office/powerpoint/2010/main" val="81059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			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site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multipages du projet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AfriTalent│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index.html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freelances.html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tarifs.html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about.html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contact.html│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css│  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style.css│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js│  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main.js│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images│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README.md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82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	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 techniques — Architecture HTML &amp; Bootstrap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du Framework Bootstrap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Barre de navigation  : Responsive avec menu burger adaptatif et bouton de bascule de thème (⁠#themeToggle⁠).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Système de Grille Responsive : Adaptation automatique de la section "Nos Services" sur mobile (1 colonne), tablette (2 colonnes) et grands écrans (3 colonnes).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Composants pré-intégrés : Cartes (⁠card⁠), Carrousel (⁠carousel slide⁠), et Boutons stylisés (⁠btn-primary⁠, ⁠btn-outline-primary⁠).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21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Points techniques - CSS Avancé &amp; JavaScript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 Avancé (Layouts modernes) :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d'une structure Bento Grid  pour l'affichage visuel et asymétrique des étapes "Comment ça marche ?".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Animations d'apparition au défilement avec la classe ⁠.fade-section⁠.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Logique JavaScript intégrée  :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Gestionnaire d'événements  : Script pour le bouton ⁠#themeToggle⁠ afin de basculer entre le mode clair et le mode sombre (Dark Mode).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Compteur Dynamique : Script ciblant la classe ⁠.counter⁠ et l'attribut ⁠data-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⁠ pour animer les chiffres au chargement.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Bouton Retour en haut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361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Git &amp; GitHub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Suivi de version :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rigoureuse de Git tout au long du développement.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Dernier Commit (Commit 10) :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"Déploiement : GitHub Pages activé, README finalisé et présentation PowerPoint ajoutée" conformément aux livrables.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Déploiement : Site hébergé en direct via GitHub Pages.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Lien du dépôt / site en </a:t>
            </a:r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ligne </a:t>
            </a:r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mtClean="0"/>
              <a:t>https</a:t>
            </a:r>
            <a:r>
              <a:rPr lang="fr-FR" dirty="0"/>
              <a:t>://samba-dia.github.io/Dia-Sanba-Afritalent/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8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Difficultés rencontrées &amp; Solutions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Difficulté 1 : Harmonisation des images de services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 : Les dimensions initiales des images créaient des décalages de hauteur dans les cartes (⁠card-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-top⁠).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 Forcer l'attribut ⁠width="250" height="250"⁠ en HTML et appliquer des classes utilitaires Bootstrap pour standardiser l'affichage.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Difficulté 2 : Alignement et espacement des sections responsives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 : Les éléments de la Bento Grid perdaient leur cohérence visuelle sur smartphone.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 Utilisation des classes d'espacement responsives de Bootstrap.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7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Ressources et documentation utilisées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 indiqué dans la documentation officielle du projet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CSS-Tricks : Pour le perfectionnement de la Bento Grid et des Flexbox.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W3C Validator : Validation et correction de la sémantique HTML du site. Bootstrap Docs : Configuration du Carrousel de témoignages et de la Navbar.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Unsplash / Pexels : Pour l'intégration des images de profils et des illustrations techniques libres de droits.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55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6166" y="365125"/>
            <a:ext cx="10515600" cy="1325563"/>
          </a:xfrm>
        </p:spPr>
        <p:txBody>
          <a:bodyPr/>
          <a:lstStyle/>
          <a:p>
            <a:r>
              <a:rPr lang="fr-FR" dirty="0" smtClean="0"/>
              <a:t>			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Démonstration Live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Ouvrir le navigateur sur votre lien GitHub Pages.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Points clés à montrer en direct :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La fluidité du responsive (Simuler un écran mobile).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Le bon fonctionnement du carrousel de témoignages.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Le clic sur le bouton de changement de thème (Jour/Nuit).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12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Conclusion &amp; Perspectives Bilan :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Objectif atteint. Une landing page complète, esthétique, sémantique et prête à l'emploi qui valorise efficacement l'écosystème Tech africain.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Perspectives d'amélioration :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Connexion à une base de données (Firebase ou Node.js) pour rendre la recherche de freelances interactive et dynamique. 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Ajout d'un espace tableau de bord (Dashboard) pour que les freelances puissent éditer leur profil directement sur la plateforme.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5907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791</Words>
  <Application>Microsoft Office PowerPoint</Application>
  <PresentationFormat>Grand écran</PresentationFormat>
  <Paragraphs>85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Thème Office</vt:lpstr>
      <vt:lpstr>Afritalent Plateforme de freelancing pour la Tech africaine</vt:lpstr>
      <vt:lpstr>    SOMMAIRE</vt:lpstr>
      <vt:lpstr>  Présentation du projet</vt:lpstr>
      <vt:lpstr>  Choix de design(Identité visuelle)</vt:lpstr>
      <vt:lpstr>      Architecture du site</vt:lpstr>
      <vt:lpstr> Points techniques — Architecture HTML &amp; Bootstrap</vt:lpstr>
      <vt:lpstr> Points techniques - CSS Avancé &amp; JavaScript</vt:lpstr>
      <vt:lpstr>    Git &amp; GitHub</vt:lpstr>
      <vt:lpstr> Difficultés rencontrées &amp; Solutions</vt:lpstr>
      <vt:lpstr> Ressources et documentation utilisées</vt:lpstr>
      <vt:lpstr>    Démonstration Live </vt:lpstr>
      <vt:lpstr>  Conclusion &amp; Perspectives Bilan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Plateforme de freelancing pour la tech africaine</dc:title>
  <dc:creator>Samba dia</dc:creator>
  <cp:lastModifiedBy>Samba dia</cp:lastModifiedBy>
  <cp:revision>13</cp:revision>
  <dcterms:created xsi:type="dcterms:W3CDTF">2026-06-23T20:23:14Z</dcterms:created>
  <dcterms:modified xsi:type="dcterms:W3CDTF">2026-06-23T22:36:52Z</dcterms:modified>
</cp:coreProperties>
</file>